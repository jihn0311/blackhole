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EVENT HORIZON은 우주에 관심이 있고 PC에서 성장형 게임을 즐기는 사람을 위한 게임입니다.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반복 클릭의 피로와 성장 정체 때의 지루함을 줄이는 데 초점을 맞췄습니다.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Cookie Clicker의 자원 축적과 생산 효율 강화 기능을 비교했습니다. 내 게임에서는 천체 15종과 스킬 80개를 해금하고 환생과 세 가지 엔딩을 경험합니다. 참고: https://orteil.dashnet.org/cookieclicker/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 수정의 핵심은 엔딩 창의 초기화 동작입니다. 수정 전에는 Yes 다음에 No를 다시 눌러야 하는 문제가 있었습니다. Yes는 해금한 엔딩을 보존한 채 새 게임을 시작하고 창까지 닫습니다. No는 진행 상태를 유지한 채 게임으로 돌아갑니다.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직접 실행한 로컬 게임의 화면입니다. 왼쪽은 현재 플레이 화면, 오른쪽은 업그레이드 화면입니다. 초기화 직후나 엔딩 달성 결과 화면은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Word 기록지의 확인 결과를 유지했습니다. 자동 테스트와 빌드는 통과했지만, 엔딩을 본 뒤 Yes와 No를 누르는 전체 동작은 직접 재확인할 예정입니다. 프로젝트 폴더에서 npm run dev를 실행한 다음 표시한 로컬 주소로 접속합니다.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다음 확인 항목은 초기화 후 엔딩 기록 보존, No 선택 시 진행 상태 유지, 해금된 엔딩의 재생입니다.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기준: 수업_중간_기록지_원본양식_작성본.docx. 비교 앱: Cookie Clicker, https://orteil.dashnet.org/cookieclicker/. 게임 도감의 천체 정보 참고: NASA Solar System, https://science.nasa.gov/solar-system/. 사용 도구: Codex, React, Vite. 블랙홀 이미지는 사용자가 제공했습니다.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8FC0F126-D1D3-4B89-BDE2-C570EEA3625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585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800" b="1">
                <a:solidFill>
                  <a:srgbClr val="1726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72624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F579A2-2230-4B3A-977B-C966B55E75DB}"/>
              </a:ext>
            </a:extLst>
          </p:cNvPr>
          <p:cNvSpPr>
            <a:spLocks noGrp="1"/>
          </p:cNvSpPr>
          <p:nvPr/>
        </p:nvSpPr>
        <p:spPr>
          <a:xfrm>
            <a:off x="733425" y="134302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타겟 사용자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526B54A-0B1C-418E-B5B0-F49940A34570}"/>
              </a:ext>
            </a:extLst>
          </p:cNvPr>
          <p:cNvSpPr>
            <a:spLocks noGrp="1"/>
          </p:cNvSpPr>
          <p:nvPr/>
        </p:nvSpPr>
        <p:spPr>
          <a:xfrm>
            <a:off x="733425" y="2219325"/>
            <a:ext cx="10572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6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EVENT HORIZON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18B82E-B00F-47E1-89A7-D6FF361FAFF4}"/>
              </a:ext>
            </a:extLst>
          </p:cNvPr>
          <p:cNvSpPr>
            <a:spLocks noGrp="1"/>
          </p:cNvSpPr>
          <p:nvPr/>
        </p:nvSpPr>
        <p:spPr>
          <a:xfrm>
            <a:off x="733425" y="364807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누가 쓰는 앱인가요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58EB2C-1CC7-46DA-81D9-1E264F51D7D7}"/>
              </a:ext>
            </a:extLst>
          </p:cNvPr>
          <p:cNvSpPr>
            <a:spLocks noGrp="1"/>
          </p:cNvSpPr>
          <p:nvPr/>
        </p:nvSpPr>
        <p:spPr>
          <a:xfrm>
            <a:off x="733425" y="425767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85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rPr>
              <a:t>우주에 관심이 있고 PC에서
성장형 게임을 즐기는 사람.</a:t>
            </a:r>
            <a:endParaRPr sz="2850">
              <a:solidFill>
                <a:srgbClr val="62716C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buNone/>
              <a:defRPr sz="285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defRPr>
            </a:pPr>
            <a:endParaRPr sz="2850" b="0">
              <a:solidFill>
                <a:srgbClr val="62716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B24BBF-620F-47E6-A78B-856B7009C1CF}"/>
              </a:ext>
            </a:extLst>
          </p:cNvPr>
          <p:cNvSpPr>
            <a:spLocks noGrp="1"/>
          </p:cNvSpPr>
          <p:nvPr/>
        </p:nvSpPr>
        <p:spPr>
          <a:xfrm>
            <a:off x="8620125" y="61341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5396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BE3D708-8B38-41AE-BC97-0AD89A3A69E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585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800" b="1">
                <a:solidFill>
                  <a:srgbClr val="1726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72624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58BD5F1-6909-4723-939C-73755F32B8AC}"/>
              </a:ext>
            </a:extLst>
          </p:cNvPr>
          <p:cNvSpPr>
            <a:spLocks noGrp="1"/>
          </p:cNvSpPr>
          <p:nvPr/>
        </p:nvSpPr>
        <p:spPr>
          <a:xfrm>
            <a:off x="733425" y="134302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해결할 문제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AC04F8-D60D-4D68-B8FB-FD2A362DE826}"/>
              </a:ext>
            </a:extLst>
          </p:cNvPr>
          <p:cNvSpPr>
            <a:spLocks noGrp="1"/>
          </p:cNvSpPr>
          <p:nvPr/>
        </p:nvSpPr>
        <p:spPr>
          <a:xfrm>
            <a:off x="733425" y="22860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해결할 문제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4FFAB6-3E07-4CCD-AC57-9FAAEEC12AC1}"/>
              </a:ext>
            </a:extLst>
          </p:cNvPr>
          <p:cNvSpPr>
            <a:spLocks noGrp="1"/>
          </p:cNvSpPr>
          <p:nvPr/>
        </p:nvSpPr>
        <p:spPr>
          <a:xfrm>
            <a:off x="733425" y="289560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850" b="0">
                <a:solidFill>
                  <a:srgbClr val="6271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0">
                <a:solidFill>
                  <a:srgbClr val="62716E"/>
                </a:solidFill>
                <a:latin typeface="Apple SD Gothic Neo"/>
                <a:ea typeface="Apple SD Gothic Neo"/>
                <a:cs typeface="Apple SD Gothic Neo"/>
              </a:rPr>
              <a:t>반복 클릭이 피곤하고,</a:t>
            </a:r>
            <a:endParaRPr sz="2850" b="0">
              <a:solidFill>
                <a:srgbClr val="62716C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buNone/>
              <a:defRPr sz="2850" b="0">
                <a:solidFill>
                  <a:srgbClr val="6271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>
                <a:solidFill>
                  <a:srgbClr val="62716E"/>
                </a:solidFill>
                <a:latin typeface="Apple SD Gothic Neo"/>
                <a:ea typeface="Apple SD Gothic Neo"/>
                <a:cs typeface="Apple SD Gothic Neo"/>
              </a:rPr>
              <a:t>성장이 느려지면 지루해질 수 있다.</a:t>
            </a:r>
            <a:endParaRPr sz="2850" b="0">
              <a:solidFill>
                <a:srgbClr val="62716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A56E80-884F-4E69-B15C-F75884C90F32}"/>
              </a:ext>
            </a:extLst>
          </p:cNvPr>
          <p:cNvSpPr>
            <a:spLocks noGrp="1"/>
          </p:cNvSpPr>
          <p:nvPr/>
        </p:nvSpPr>
        <p:spPr>
          <a:xfrm>
            <a:off x="733425" y="427672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문제가 생기는 상황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FC3E51-2050-4729-8923-612B87535CA0}"/>
              </a:ext>
            </a:extLst>
          </p:cNvPr>
          <p:cNvSpPr>
            <a:spLocks noGrp="1"/>
          </p:cNvSpPr>
          <p:nvPr/>
        </p:nvSpPr>
        <p:spPr>
          <a:xfrm>
            <a:off x="733425" y="488632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85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rPr>
              <a:t>천체를 계속 소환해 자원을 모으거나,
다음 해금까지 오래 기다리는 상황.</a:t>
            </a:r>
            <a:endParaRPr sz="2850">
              <a:solidFill>
                <a:srgbClr val="62716C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buNone/>
              <a:defRPr sz="285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defRPr>
            </a:pPr>
            <a:endParaRPr sz="2850" b="0">
              <a:solidFill>
                <a:srgbClr val="62716C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1565291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A13AD8F6-3B46-4ABF-A466-F8A459E71FC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585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800" b="1">
                <a:solidFill>
                  <a:srgbClr val="1726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72624"/>
                </a:solidFill>
                <a:latin typeface="Apple SD Gothic Neo"/>
                <a:ea typeface="Apple SD Gothic Neo"/>
                <a:cs typeface="Apple SD Gothic Neo"/>
              </a:rPr>
              <a:t>Concept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DC81FDE-DB5F-46E0-933E-D79A62848D99}"/>
              </a:ext>
            </a:extLst>
          </p:cNvPr>
          <p:cNvSpPr>
            <a:spLocks noGrp="1"/>
          </p:cNvSpPr>
          <p:nvPr/>
        </p:nvSpPr>
        <p:spPr>
          <a:xfrm>
            <a:off x="733425" y="134302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핵심 기능과 참고 앱 비교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B74170-0767-4EA0-825B-C0C2EEFADF2A}"/>
              </a:ext>
            </a:extLst>
          </p:cNvPr>
          <p:cNvSpPr>
            <a:spLocks noGrp="1"/>
          </p:cNvSpPr>
          <p:nvPr/>
        </p:nvSpPr>
        <p:spPr>
          <a:xfrm>
            <a:off x="733425" y="211455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문제를 해결할 기능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D8D81B6-6489-4A16-8454-0E16FE3360A0}"/>
              </a:ext>
            </a:extLst>
          </p:cNvPr>
          <p:cNvSpPr>
            <a:spLocks noGrp="1"/>
          </p:cNvSpPr>
          <p:nvPr/>
        </p:nvSpPr>
        <p:spPr>
          <a:xfrm>
            <a:off x="733425" y="272415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85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rPr>
              <a:t>자동 생성으로 반복 조작을 줄이고,
단계별 해금과 여러 엔딩으로 목표를 준다.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38CAA30-9027-4D09-A054-D5A1B9E6543E}"/>
              </a:ext>
            </a:extLst>
          </p:cNvPr>
          <p:cNvSpPr>
            <a:spLocks noGrp="1"/>
          </p:cNvSpPr>
          <p:nvPr/>
        </p:nvSpPr>
        <p:spPr>
          <a:xfrm>
            <a:off x="733425" y="404812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비교할 앱과 기능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03B5C60-28F9-4DA0-BF90-CD19CA839699}"/>
              </a:ext>
            </a:extLst>
          </p:cNvPr>
          <p:cNvSpPr>
            <a:spLocks noGrp="1"/>
          </p:cNvSpPr>
          <p:nvPr/>
        </p:nvSpPr>
        <p:spPr>
          <a:xfrm>
            <a:off x="733425" y="457200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625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rPr>
              <a:t>Cookie Clicker: 자원을 모아 업그레이드하고
생산 효율을 높이는 기능.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7D49EB-B2BA-4DE2-A55A-FAA6D0673CF9}"/>
              </a:ext>
            </a:extLst>
          </p:cNvPr>
          <p:cNvSpPr>
            <a:spLocks noGrp="1"/>
          </p:cNvSpPr>
          <p:nvPr/>
        </p:nvSpPr>
        <p:spPr>
          <a:xfrm>
            <a:off x="733425" y="5524500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625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rPr>
              <a:t>내 앱: 천체 15종, 스킬 80개, 환생과 세 가지 엔딩</a:t>
            </a:r>
          </a:p>
        </p:txBody>
      </p:sp>
    </p:spTree>
    <p:extLst>
      <p:ext uri="{BB962C8B-B14F-4D97-AF65-F5344CB8AC3E}">
        <p14:creationId xmlns:p14="http://schemas.microsoft.com/office/powerpoint/2010/main" val="1920655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CD7FA4E-6F20-4B40-96D7-27E5166E211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585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800" b="1">
                <a:solidFill>
                  <a:srgbClr val="1726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72624"/>
                </a:solidFill>
                <a:latin typeface="Apple SD Gothic Neo"/>
                <a:ea typeface="Apple SD Gothic Neo"/>
                <a:cs typeface="Apple SD Gothic Neo"/>
              </a:rPr>
              <a:t>Algorithm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8D9801E-0D43-4B7C-9891-762F39E9C9A8}"/>
              </a:ext>
            </a:extLst>
          </p:cNvPr>
          <p:cNvSpPr>
            <a:spLocks noGrp="1"/>
          </p:cNvSpPr>
          <p:nvPr/>
        </p:nvSpPr>
        <p:spPr>
          <a:xfrm>
            <a:off x="733425" y="134302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작동 원리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3169111-4D70-48A8-A8F0-C1D7CF049696}"/>
              </a:ext>
            </a:extLst>
          </p:cNvPr>
          <p:cNvSpPr>
            <a:spLocks noGrp="1"/>
          </p:cNvSpPr>
          <p:nvPr/>
        </p:nvSpPr>
        <p:spPr>
          <a:xfrm>
            <a:off x="733425" y="2314575"/>
            <a:ext cx="238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7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입력 예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13F2EA5-2132-469D-BD88-78FDEF64314E}"/>
              </a:ext>
            </a:extLst>
          </p:cNvPr>
          <p:cNvSpPr>
            <a:spLocks noGrp="1"/>
          </p:cNvSpPr>
          <p:nvPr/>
        </p:nvSpPr>
        <p:spPr>
          <a:xfrm>
            <a:off x="3162300" y="2314575"/>
            <a:ext cx="82296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70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rPr>
              <a:t>엔딩 종류 창을 닫고
Yes 또는 No 선택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B708AA-2AB4-4A4D-A44E-08BE4960723A}"/>
              </a:ext>
            </a:extLst>
          </p:cNvPr>
          <p:cNvSpPr>
            <a:spLocks noGrp="1"/>
          </p:cNvSpPr>
          <p:nvPr/>
        </p:nvSpPr>
        <p:spPr>
          <a:xfrm>
            <a:off x="733425" y="3600450"/>
            <a:ext cx="238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7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처리 규칙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4B29AD-1944-4362-A44C-66C88EAEFB89}"/>
              </a:ext>
            </a:extLst>
          </p:cNvPr>
          <p:cNvSpPr>
            <a:spLocks noGrp="1"/>
          </p:cNvSpPr>
          <p:nvPr/>
        </p:nvSpPr>
        <p:spPr>
          <a:xfrm>
            <a:off x="3162300" y="3600450"/>
            <a:ext cx="82296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70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rPr>
              <a:t>Yes: 엔딩 기록을 남기고 초기화
No: 현재 진행 상태 유지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E7F449-BC37-4C97-BA84-A71759193A66}"/>
              </a:ext>
            </a:extLst>
          </p:cNvPr>
          <p:cNvSpPr>
            <a:spLocks noGrp="1"/>
          </p:cNvSpPr>
          <p:nvPr/>
        </p:nvSpPr>
        <p:spPr>
          <a:xfrm>
            <a:off x="733425" y="4886325"/>
            <a:ext cx="238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7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출력 예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70A646-D416-4E41-BE5E-CF0EFDDF4DF8}"/>
              </a:ext>
            </a:extLst>
          </p:cNvPr>
          <p:cNvSpPr>
            <a:spLocks noGrp="1"/>
          </p:cNvSpPr>
          <p:nvPr/>
        </p:nvSpPr>
        <p:spPr>
          <a:xfrm>
            <a:off x="3162300" y="4886325"/>
            <a:ext cx="82296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70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rPr>
              <a:t>선택에 맞게 진행 상태를 정리하고
엔딩 창을 닫아 게임으로 복귀</a:t>
            </a:r>
          </a:p>
        </p:txBody>
      </p:sp>
    </p:spTree>
    <p:extLst>
      <p:ext uri="{BB962C8B-B14F-4D97-AF65-F5344CB8AC3E}">
        <p14:creationId xmlns:p14="http://schemas.microsoft.com/office/powerpoint/2010/main" val="276612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17F9D8A-1C28-4FC5-84FC-693C563F9BE6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585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800" b="1">
                <a:solidFill>
                  <a:srgbClr val="1726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72624"/>
                </a:solidFill>
                <a:latin typeface="Apple SD Gothic Neo"/>
                <a:ea typeface="Apple SD Gothic Neo"/>
                <a:cs typeface="Apple SD Gothic Neo"/>
              </a:rPr>
              <a:t>Screenshots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DA2C3C4-D348-445D-9113-0B8FA3D5A0E7}"/>
              </a:ext>
            </a:extLst>
          </p:cNvPr>
          <p:cNvSpPr>
            <a:spLocks noGrp="1"/>
          </p:cNvSpPr>
          <p:nvPr/>
        </p:nvSpPr>
        <p:spPr>
          <a:xfrm>
            <a:off x="733425" y="134302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실제 만든 화면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FF1D2A-96D8-423C-AC98-F26DD55E73A1}"/>
              </a:ext>
            </a:extLst>
          </p:cNvPr>
          <p:cNvSpPr>
            <a:spLocks noGrp="1"/>
          </p:cNvSpPr>
          <p:nvPr/>
        </p:nvSpPr>
        <p:spPr>
          <a:xfrm>
            <a:off x="723900" y="2190750"/>
            <a:ext cx="5191125" cy="3381375"/>
          </a:xfrm>
          <a:prstGeom prst="rect">
            <a:avLst/>
          </a:prstGeom>
          <a:solidFill>
            <a:srgbClr val="F0F4F2"/>
          </a:solidFill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79AE0F-5BA2-4C30-977E-B7109DA34702}"/>
              </a:ext>
            </a:extLst>
          </p:cNvPr>
          <p:cNvSpPr>
            <a:spLocks noGrp="1"/>
          </p:cNvSpPr>
          <p:nvPr/>
        </p:nvSpPr>
        <p:spPr>
          <a:xfrm>
            <a:off x="6276975" y="2190750"/>
            <a:ext cx="5191125" cy="3381375"/>
          </a:xfrm>
          <a:prstGeom prst="rect">
            <a:avLst/>
          </a:prstGeom>
          <a:solidFill>
            <a:srgbClr val="F0F4F2"/>
          </a:solidFill>
          <a:ln w="0">
            <a:noFill/>
          </a:ln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19E6BF-48CC-4CA8-9F03-DCABFDE84EDF}"/>
              </a:ext>
            </a:extLst>
          </p:cNvPr>
          <p:cNvSpPr>
            <a:spLocks noGrp="1"/>
          </p:cNvSpPr>
          <p:nvPr/>
        </p:nvSpPr>
        <p:spPr>
          <a:xfrm>
            <a:off x="723900" y="5753100"/>
            <a:ext cx="5191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950" b="0">
                <a:solidFill>
                  <a:srgbClr val="6271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62716E"/>
                </a:solidFill>
                <a:latin typeface="Apple SD Gothic Neo"/>
                <a:ea typeface="Apple SD Gothic Neo"/>
                <a:cs typeface="Apple SD Gothic Neo"/>
              </a:rPr>
              <a:t>게임 화면: 천체 소환과 질량 성장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4B19172-41E6-40EB-9A77-1A35A7DDE5DD}"/>
              </a:ext>
            </a:extLst>
          </p:cNvPr>
          <p:cNvSpPr>
            <a:spLocks noGrp="1"/>
          </p:cNvSpPr>
          <p:nvPr/>
        </p:nvSpPr>
        <p:spPr>
          <a:xfrm>
            <a:off x="6276975" y="5753100"/>
            <a:ext cx="5191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950" b="0">
                <a:solidFill>
                  <a:srgbClr val="6271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62716E"/>
                </a:solidFill>
                <a:latin typeface="Apple SD Gothic Neo"/>
                <a:ea typeface="Apple SD Gothic Neo"/>
                <a:cs typeface="Apple SD Gothic Neo"/>
              </a:rPr>
              <a:t>업그레이드 화면: 단계별 스킬 해금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2421434"/>
            <a:ext cx="5191125" cy="2920008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76975" y="2421434"/>
            <a:ext cx="5191125" cy="292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926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5D97733-AB00-4653-837C-B6C48FFF57B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585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800" b="1">
                <a:solidFill>
                  <a:srgbClr val="1726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72624"/>
                </a:solidFill>
                <a:latin typeface="Apple SD Gothic Neo"/>
                <a:ea typeface="Apple SD Gothic Neo"/>
                <a:cs typeface="Apple SD Gothic Neo"/>
              </a:rPr>
              <a:t>Demo &amp; Result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ECA0C47-61C0-4BE6-A158-32F5E7D3A165}"/>
              </a:ext>
            </a:extLst>
          </p:cNvPr>
          <p:cNvSpPr>
            <a:spLocks noGrp="1"/>
          </p:cNvSpPr>
          <p:nvPr/>
        </p:nvSpPr>
        <p:spPr>
          <a:xfrm>
            <a:off x="733425" y="134302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시연과 확인한 결과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1D8C44C-ACD3-4926-A1B9-F7A38D40CAFA}"/>
              </a:ext>
            </a:extLst>
          </p:cNvPr>
          <p:cNvSpPr>
            <a:spLocks noGrp="1"/>
          </p:cNvSpPr>
          <p:nvPr/>
        </p:nvSpPr>
        <p:spPr>
          <a:xfrm>
            <a:off x="733425" y="21717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보여 줄 상황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BE72BE-ECA1-4695-9F93-F5E8AA6666BE}"/>
              </a:ext>
            </a:extLst>
          </p:cNvPr>
          <p:cNvSpPr>
            <a:spLocks noGrp="1"/>
          </p:cNvSpPr>
          <p:nvPr/>
        </p:nvSpPr>
        <p:spPr>
          <a:xfrm>
            <a:off x="733425" y="278130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85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rPr>
              <a:t>엔딩 감상 후 Yes로 새 게임을 시작한다.
해금한 엔딩이 남는지 확인한다.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6C2ACC-FFE4-4C17-9ED9-FA8D74FC63AF}"/>
              </a:ext>
            </a:extLst>
          </p:cNvPr>
          <p:cNvSpPr>
            <a:spLocks noGrp="1"/>
          </p:cNvSpPr>
          <p:nvPr/>
        </p:nvSpPr>
        <p:spPr>
          <a:xfrm>
            <a:off x="733425" y="409575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625" b="0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0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실행: npm run dev
접속: http://127.0.0.1:5173/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7C54D7-6769-47B4-80B1-CA8C5BE7E6FA}"/>
              </a:ext>
            </a:extLst>
          </p:cNvPr>
          <p:cNvSpPr>
            <a:spLocks noGrp="1"/>
          </p:cNvSpPr>
          <p:nvPr/>
        </p:nvSpPr>
        <p:spPr>
          <a:xfrm>
            <a:off x="733425" y="507682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직접 확인한 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5498EF-7AB9-4877-97EF-787744D1F573}"/>
              </a:ext>
            </a:extLst>
          </p:cNvPr>
          <p:cNvSpPr>
            <a:spLocks noGrp="1"/>
          </p:cNvSpPr>
          <p:nvPr/>
        </p:nvSpPr>
        <p:spPr>
          <a:xfrm>
            <a:off x="733425" y="568642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85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rPr>
              <a:t>자동 테스트와 빌드는 통과했다.
최종 버튼 동작은 직접 재확인할 예정이다.</a:t>
            </a:r>
          </a:p>
        </p:txBody>
      </p:sp>
    </p:spTree>
    <p:extLst>
      <p:ext uri="{BB962C8B-B14F-4D97-AF65-F5344CB8AC3E}">
        <p14:creationId xmlns:p14="http://schemas.microsoft.com/office/powerpoint/2010/main" val="149574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E244A8B-6E91-4E8F-81FB-FF8C0BAFC06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585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800" b="1">
                <a:solidFill>
                  <a:srgbClr val="1726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72624"/>
                </a:solidFill>
                <a:latin typeface="Apple SD Gothic Neo"/>
                <a:ea typeface="Apple SD Gothic Neo"/>
                <a:cs typeface="Apple SD Gothic Neo"/>
              </a:rPr>
              <a:t>Further Work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0CC65D2-3115-42D6-BBC2-214FE3660CA1}"/>
              </a:ext>
            </a:extLst>
          </p:cNvPr>
          <p:cNvSpPr>
            <a:spLocks noGrp="1"/>
          </p:cNvSpPr>
          <p:nvPr/>
        </p:nvSpPr>
        <p:spPr>
          <a:xfrm>
            <a:off x="733425" y="134302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다음 개선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8719DF-567F-416E-9A09-6EA4B5E17A5F}"/>
              </a:ext>
            </a:extLst>
          </p:cNvPr>
          <p:cNvSpPr>
            <a:spLocks noGrp="1"/>
          </p:cNvSpPr>
          <p:nvPr/>
        </p:nvSpPr>
        <p:spPr>
          <a:xfrm>
            <a:off x="733425" y="235267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현재 한계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423F9C-EAFD-4020-983E-93BCA7F62EB1}"/>
              </a:ext>
            </a:extLst>
          </p:cNvPr>
          <p:cNvSpPr>
            <a:spLocks noGrp="1"/>
          </p:cNvSpPr>
          <p:nvPr/>
        </p:nvSpPr>
        <p:spPr>
          <a:xfrm>
            <a:off x="733425" y="296227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85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rPr>
              <a:t>초기화 후 엔딩 기록 보존과
각 엔딩 재생을 직접 재확인해야 한다.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BF24C2-D40B-4E92-80B1-18FBE783DE2F}"/>
              </a:ext>
            </a:extLst>
          </p:cNvPr>
          <p:cNvSpPr>
            <a:spLocks noGrp="1"/>
          </p:cNvSpPr>
          <p:nvPr/>
        </p:nvSpPr>
        <p:spPr>
          <a:xfrm>
            <a:off x="733425" y="432435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다음 개선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23FCAF-388F-4EA7-B1D1-AAA4A7000C62}"/>
              </a:ext>
            </a:extLst>
          </p:cNvPr>
          <p:cNvSpPr>
            <a:spLocks noGrp="1"/>
          </p:cNvSpPr>
          <p:nvPr/>
        </p:nvSpPr>
        <p:spPr>
          <a:xfrm>
            <a:off x="733425" y="493395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85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rPr>
              <a:t>Yes와 No를 각각 선택해 상태를 확인하고,
해금한 엔딩이 다시 재생되는지 점검한다.</a:t>
            </a:r>
          </a:p>
        </p:txBody>
      </p:sp>
    </p:spTree>
    <p:extLst>
      <p:ext uri="{BB962C8B-B14F-4D97-AF65-F5344CB8AC3E}">
        <p14:creationId xmlns:p14="http://schemas.microsoft.com/office/powerpoint/2010/main" val="319725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3EBA13D-8198-4CFF-9B73-27C478767D85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08585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800" b="1">
                <a:solidFill>
                  <a:srgbClr val="17262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72624"/>
                </a:solidFill>
                <a:latin typeface="Apple SD Gothic Neo"/>
                <a:ea typeface="Apple SD Gothic Neo"/>
                <a:cs typeface="Apple SD Gothic Neo"/>
              </a:rPr>
              <a:t>References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0E3B9E-E1DF-439A-9E7E-1406C8D60C72}"/>
              </a:ext>
            </a:extLst>
          </p:cNvPr>
          <p:cNvSpPr>
            <a:spLocks noGrp="1"/>
          </p:cNvSpPr>
          <p:nvPr/>
        </p:nvSpPr>
        <p:spPr>
          <a:xfrm>
            <a:off x="733425" y="134302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참고 자료와 사용한 도구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33D8F1-DFBC-4D4C-9711-40B7A3C12782}"/>
              </a:ext>
            </a:extLst>
          </p:cNvPr>
          <p:cNvSpPr>
            <a:spLocks noGrp="1"/>
          </p:cNvSpPr>
          <p:nvPr/>
        </p:nvSpPr>
        <p:spPr>
          <a:xfrm>
            <a:off x="733425" y="2276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85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Cookie Clicker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DAE436-C64A-4C8A-8103-E60DCA41CF0A}"/>
              </a:ext>
            </a:extLst>
          </p:cNvPr>
          <p:cNvSpPr>
            <a:spLocks noGrp="1"/>
          </p:cNvSpPr>
          <p:nvPr/>
        </p:nvSpPr>
        <p:spPr>
          <a:xfrm>
            <a:off x="733425" y="291465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0">
                <a:solidFill>
                  <a:srgbClr val="6271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62716E"/>
                </a:solidFill>
                <a:latin typeface="Apple SD Gothic Neo"/>
                <a:ea typeface="Apple SD Gothic Neo"/>
                <a:cs typeface="Apple SD Gothic Neo"/>
              </a:rPr>
              <a:t>https://orteil.dashnet.org/cookieclicker/</a:t>
            </a:r>
            <a:endParaRPr sz="2400" b="0">
              <a:solidFill>
                <a:srgbClr val="62716C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buNone/>
              <a:defRPr sz="2400" b="0">
                <a:solidFill>
                  <a:srgbClr val="6271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>
                <a:solidFill>
                  <a:srgbClr val="62716E"/>
                </a:solidFill>
                <a:latin typeface="Apple SD Gothic Neo"/>
                <a:ea typeface="Apple SD Gothic Neo"/>
                <a:cs typeface="Apple SD Gothic Neo"/>
              </a:rPr>
              <a:t>자원을 모아 생산 시설과 업그레이드에 투자하는 방식</a:t>
            </a:r>
            <a:endParaRPr sz="2400">
              <a:solidFill>
                <a:srgbClr val="62716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BFF91A-5AB7-4BC4-954F-F5FB792B4291}"/>
              </a:ext>
            </a:extLst>
          </p:cNvPr>
          <p:cNvSpPr>
            <a:spLocks noGrp="1"/>
          </p:cNvSpPr>
          <p:nvPr/>
        </p:nvSpPr>
        <p:spPr>
          <a:xfrm>
            <a:off x="733425" y="3952875"/>
            <a:ext cx="10668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7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6756C"/>
                </a:solidFill>
                <a:latin typeface="Apple SD Gothic Neo"/>
                <a:ea typeface="Apple SD Gothic Neo"/>
                <a:cs typeface="Apple SD Gothic Neo"/>
              </a:rPr>
              <a:t>NASA Solar System
https://science.nasa.gov/solar-system/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D3D41F-291C-409A-BFF8-E187719DB731}"/>
              </a:ext>
            </a:extLst>
          </p:cNvPr>
          <p:cNvSpPr>
            <a:spLocks noGrp="1"/>
          </p:cNvSpPr>
          <p:nvPr/>
        </p:nvSpPr>
        <p:spPr>
          <a:xfrm>
            <a:off x="733425" y="5400675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75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62716C"/>
                </a:solidFill>
                <a:latin typeface="Apple SD Gothic Neo"/>
                <a:ea typeface="Apple SD Gothic Neo"/>
                <a:cs typeface="Apple SD Gothic Neo"/>
              </a:rPr>
              <a:t>Codex: React 구현, 오류 수정, 테스트와 문서 정리
React · Vite: 웹 게임 개발과 실행</a:t>
            </a:r>
          </a:p>
        </p:txBody>
      </p:sp>
    </p:spTree>
    <p:extLst>
      <p:ext uri="{BB962C8B-B14F-4D97-AF65-F5344CB8AC3E}">
        <p14:creationId xmlns:p14="http://schemas.microsoft.com/office/powerpoint/2010/main" val="20991327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Office PowerPoint</Application>
  <DocSecurity>0</DocSecurity>
  <PresentationFormat>와이드스크린</PresentationFormat>
  <Paragraphs>59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Apple SD Gothic Neo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kht800423@gmail.com</cp:lastModifiedBy>
  <cp:revision>1</cp:revision>
  <dcterms:created xsi:type="dcterms:W3CDTF">2026-10-04T04:31:55Z</dcterms:created>
  <dcterms:modified xsi:type="dcterms:W3CDTF">2026-10-04T04:33:33Z</dcterms:modified>
</cp:coreProperties>
</file>